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0" r:id="rId3"/>
    <p:sldId id="271" r:id="rId4"/>
    <p:sldId id="261" r:id="rId5"/>
    <p:sldId id="262" r:id="rId6"/>
    <p:sldId id="266" r:id="rId7"/>
    <p:sldId id="265" r:id="rId8"/>
    <p:sldId id="267" r:id="rId9"/>
    <p:sldId id="269" r:id="rId10"/>
    <p:sldId id="270" r:id="rId11"/>
    <p:sldId id="259" r:id="rId12"/>
  </p:sldIdLst>
  <p:sldSz cx="12192000" cy="6858000"/>
  <p:notesSz cx="6858000" cy="9144000"/>
  <p:embeddedFontLst>
    <p:embeddedFont>
      <p:font typeface="Arial Black" panose="020B0A04020102020204" pitchFamily="34" charset="0"/>
      <p:bold r:id="rId14"/>
    </p:embeddedFont>
    <p:embeddedFont>
      <p:font typeface="Libre Baskerville" panose="02000000000000000000" pitchFamily="2" charset="0"/>
      <p:regular r:id="rId15"/>
      <p:bold r:id="rId16"/>
      <p: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3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customschemas.google.com/relationships/presentationmetadata" Target="meta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ghunandhan meegada" userId="c86cfa18d5a7dc8b" providerId="LiveId" clId="{B23A228E-B513-4640-A223-341EE08EAF18}"/>
    <pc:docChg chg="custSel addSld modSld sldOrd">
      <pc:chgData name="raghunandhan meegada" userId="c86cfa18d5a7dc8b" providerId="LiveId" clId="{B23A228E-B513-4640-A223-341EE08EAF18}" dt="2025-04-30T10:26:33.973" v="350" actId="20577"/>
      <pc:docMkLst>
        <pc:docMk/>
      </pc:docMkLst>
      <pc:sldChg chg="modSp mod">
        <pc:chgData name="raghunandhan meegada" userId="c86cfa18d5a7dc8b" providerId="LiveId" clId="{B23A228E-B513-4640-A223-341EE08EAF18}" dt="2025-04-30T10:10:36.444" v="208" actId="1036"/>
        <pc:sldMkLst>
          <pc:docMk/>
          <pc:sldMk cId="0" sldId="256"/>
        </pc:sldMkLst>
        <pc:spChg chg="mod">
          <ac:chgData name="raghunandhan meegada" userId="c86cfa18d5a7dc8b" providerId="LiveId" clId="{B23A228E-B513-4640-A223-341EE08EAF18}" dt="2025-04-30T10:09:42.846" v="206" actId="13926"/>
          <ac:spMkLst>
            <pc:docMk/>
            <pc:sldMk cId="0" sldId="256"/>
            <ac:spMk id="3" creationId="{EA4B2DC5-8C09-3C83-1DD1-7B23C9A0B594}"/>
          </ac:spMkLst>
        </pc:spChg>
        <pc:picChg chg="mod">
          <ac:chgData name="raghunandhan meegada" userId="c86cfa18d5a7dc8b" providerId="LiveId" clId="{B23A228E-B513-4640-A223-341EE08EAF18}" dt="2025-04-30T10:10:36.444" v="208" actId="1036"/>
          <ac:picMkLst>
            <pc:docMk/>
            <pc:sldMk cId="0" sldId="256"/>
            <ac:picMk id="98" creationId="{00000000-0000-0000-0000-000000000000}"/>
          </ac:picMkLst>
        </pc:picChg>
      </pc:sldChg>
      <pc:sldChg chg="modSp mod">
        <pc:chgData name="raghunandhan meegada" userId="c86cfa18d5a7dc8b" providerId="LiveId" clId="{B23A228E-B513-4640-A223-341EE08EAF18}" dt="2025-04-30T09:56:02.841" v="144" actId="12"/>
        <pc:sldMkLst>
          <pc:docMk/>
          <pc:sldMk cId="12891228" sldId="260"/>
        </pc:sldMkLst>
        <pc:spChg chg="mod">
          <ac:chgData name="raghunandhan meegada" userId="c86cfa18d5a7dc8b" providerId="LiveId" clId="{B23A228E-B513-4640-A223-341EE08EAF18}" dt="2025-04-30T09:56:02.841" v="144" actId="12"/>
          <ac:spMkLst>
            <pc:docMk/>
            <pc:sldMk cId="12891228" sldId="260"/>
            <ac:spMk id="3" creationId="{51A22F71-83AE-E709-EBF9-861EE592CA87}"/>
          </ac:spMkLst>
        </pc:spChg>
      </pc:sldChg>
      <pc:sldChg chg="modSp mod">
        <pc:chgData name="raghunandhan meegada" userId="c86cfa18d5a7dc8b" providerId="LiveId" clId="{B23A228E-B513-4640-A223-341EE08EAF18}" dt="2025-04-30T10:14:12.769" v="282" actId="14100"/>
        <pc:sldMkLst>
          <pc:docMk/>
          <pc:sldMk cId="162546697" sldId="261"/>
        </pc:sldMkLst>
        <pc:spChg chg="mod">
          <ac:chgData name="raghunandhan meegada" userId="c86cfa18d5a7dc8b" providerId="LiveId" clId="{B23A228E-B513-4640-A223-341EE08EAF18}" dt="2025-04-30T10:14:12.769" v="282" actId="14100"/>
          <ac:spMkLst>
            <pc:docMk/>
            <pc:sldMk cId="162546697" sldId="261"/>
            <ac:spMk id="2" creationId="{F1DD7166-F45E-3DAC-159C-E3B91B0E67B6}"/>
          </ac:spMkLst>
        </pc:spChg>
        <pc:spChg chg="mod">
          <ac:chgData name="raghunandhan meegada" userId="c86cfa18d5a7dc8b" providerId="LiveId" clId="{B23A228E-B513-4640-A223-341EE08EAF18}" dt="2025-04-30T10:13:36.057" v="270" actId="113"/>
          <ac:spMkLst>
            <pc:docMk/>
            <pc:sldMk cId="162546697" sldId="261"/>
            <ac:spMk id="15" creationId="{590CD35E-5F6F-00B6-A50C-329B830F412D}"/>
          </ac:spMkLst>
        </pc:spChg>
      </pc:sldChg>
      <pc:sldChg chg="delSp modSp mod modClrScheme chgLayout">
        <pc:chgData name="raghunandhan meegada" userId="c86cfa18d5a7dc8b" providerId="LiveId" clId="{B23A228E-B513-4640-A223-341EE08EAF18}" dt="2025-04-30T09:58:17.542" v="156" actId="113"/>
        <pc:sldMkLst>
          <pc:docMk/>
          <pc:sldMk cId="2666710204" sldId="262"/>
        </pc:sldMkLst>
        <pc:spChg chg="mod ord">
          <ac:chgData name="raghunandhan meegada" userId="c86cfa18d5a7dc8b" providerId="LiveId" clId="{B23A228E-B513-4640-A223-341EE08EAF18}" dt="2025-04-30T09:58:17.542" v="156" actId="113"/>
          <ac:spMkLst>
            <pc:docMk/>
            <pc:sldMk cId="2666710204" sldId="262"/>
            <ac:spMk id="3" creationId="{AF016911-CB30-D05A-8A9C-680E2D4E1E1D}"/>
          </ac:spMkLst>
        </pc:spChg>
        <pc:spChg chg="del">
          <ac:chgData name="raghunandhan meegada" userId="c86cfa18d5a7dc8b" providerId="LiveId" clId="{B23A228E-B513-4640-A223-341EE08EAF18}" dt="2025-04-30T07:41:53.597" v="0" actId="700"/>
          <ac:spMkLst>
            <pc:docMk/>
            <pc:sldMk cId="2666710204" sldId="262"/>
            <ac:spMk id="6" creationId="{A9E3A2CB-1BAE-DD88-325C-64BFCC10524E}"/>
          </ac:spMkLst>
        </pc:spChg>
      </pc:sldChg>
      <pc:sldChg chg="addSp delSp modSp mod modClrScheme chgLayout">
        <pc:chgData name="raghunandhan meegada" userId="c86cfa18d5a7dc8b" providerId="LiveId" clId="{B23A228E-B513-4640-A223-341EE08EAF18}" dt="2025-04-30T07:47:52.277" v="48" actId="14100"/>
        <pc:sldMkLst>
          <pc:docMk/>
          <pc:sldMk cId="2233452580" sldId="265"/>
        </pc:sldMkLst>
        <pc:spChg chg="del">
          <ac:chgData name="raghunandhan meegada" userId="c86cfa18d5a7dc8b" providerId="LiveId" clId="{B23A228E-B513-4640-A223-341EE08EAF18}" dt="2025-04-30T07:47:35.597" v="41" actId="700"/>
          <ac:spMkLst>
            <pc:docMk/>
            <pc:sldMk cId="2233452580" sldId="265"/>
            <ac:spMk id="3" creationId="{534B7F77-5628-5BE3-9329-5CAA9039981B}"/>
          </ac:spMkLst>
        </pc:spChg>
        <pc:spChg chg="del">
          <ac:chgData name="raghunandhan meegada" userId="c86cfa18d5a7dc8b" providerId="LiveId" clId="{B23A228E-B513-4640-A223-341EE08EAF18}" dt="2025-04-30T07:47:35.597" v="41" actId="700"/>
          <ac:spMkLst>
            <pc:docMk/>
            <pc:sldMk cId="2233452580" sldId="265"/>
            <ac:spMk id="4" creationId="{8C30EF5C-3638-D7C5-7069-F1F39E7AEC30}"/>
          </ac:spMkLst>
        </pc:spChg>
        <pc:picChg chg="add mod">
          <ac:chgData name="raghunandhan meegada" userId="c86cfa18d5a7dc8b" providerId="LiveId" clId="{B23A228E-B513-4640-A223-341EE08EAF18}" dt="2025-04-30T07:47:52.277" v="48" actId="14100"/>
          <ac:picMkLst>
            <pc:docMk/>
            <pc:sldMk cId="2233452580" sldId="265"/>
            <ac:picMk id="5" creationId="{AAF35726-3BEE-FC19-32B5-0C519A828373}"/>
          </ac:picMkLst>
        </pc:picChg>
      </pc:sldChg>
      <pc:sldChg chg="modSp mod">
        <pc:chgData name="raghunandhan meegada" userId="c86cfa18d5a7dc8b" providerId="LiveId" clId="{B23A228E-B513-4640-A223-341EE08EAF18}" dt="2025-04-30T10:26:33.973" v="350" actId="20577"/>
        <pc:sldMkLst>
          <pc:docMk/>
          <pc:sldMk cId="235629133" sldId="266"/>
        </pc:sldMkLst>
        <pc:spChg chg="mod">
          <ac:chgData name="raghunandhan meegada" userId="c86cfa18d5a7dc8b" providerId="LiveId" clId="{B23A228E-B513-4640-A223-341EE08EAF18}" dt="2025-04-30T10:26:33.973" v="350" actId="20577"/>
          <ac:spMkLst>
            <pc:docMk/>
            <pc:sldMk cId="235629133" sldId="266"/>
            <ac:spMk id="6" creationId="{638E24D5-EABB-669F-F649-CCAD40816E64}"/>
          </ac:spMkLst>
        </pc:spChg>
      </pc:sldChg>
      <pc:sldChg chg="addSp delSp modSp mod modClrScheme chgLayout">
        <pc:chgData name="raghunandhan meegada" userId="c86cfa18d5a7dc8b" providerId="LiveId" clId="{B23A228E-B513-4640-A223-341EE08EAF18}" dt="2025-04-30T09:26:29.076" v="85" actId="255"/>
        <pc:sldMkLst>
          <pc:docMk/>
          <pc:sldMk cId="3387360028" sldId="267"/>
        </pc:sldMkLst>
        <pc:spChg chg="del">
          <ac:chgData name="raghunandhan meegada" userId="c86cfa18d5a7dc8b" providerId="LiveId" clId="{B23A228E-B513-4640-A223-341EE08EAF18}" dt="2025-04-30T07:47:58.457" v="49" actId="700"/>
          <ac:spMkLst>
            <pc:docMk/>
            <pc:sldMk cId="3387360028" sldId="267"/>
            <ac:spMk id="3" creationId="{F250F906-4718-2A82-80CC-7BFAD85E86DF}"/>
          </ac:spMkLst>
        </pc:spChg>
        <pc:spChg chg="add mod ord">
          <ac:chgData name="raghunandhan meegada" userId="c86cfa18d5a7dc8b" providerId="LiveId" clId="{B23A228E-B513-4640-A223-341EE08EAF18}" dt="2025-04-30T09:26:29.076" v="85" actId="255"/>
          <ac:spMkLst>
            <pc:docMk/>
            <pc:sldMk cId="3387360028" sldId="267"/>
            <ac:spMk id="5" creationId="{08B997BF-9B7D-FE8C-8855-9EDE0156DD9B}"/>
          </ac:spMkLst>
        </pc:spChg>
        <pc:spChg chg="add mod ord">
          <ac:chgData name="raghunandhan meegada" userId="c86cfa18d5a7dc8b" providerId="LiveId" clId="{B23A228E-B513-4640-A223-341EE08EAF18}" dt="2025-04-30T09:26:08.325" v="82"/>
          <ac:spMkLst>
            <pc:docMk/>
            <pc:sldMk cId="3387360028" sldId="267"/>
            <ac:spMk id="6" creationId="{A73C47FC-E574-8FD5-FC2E-9719A00B9F01}"/>
          </ac:spMkLst>
        </pc:spChg>
        <pc:spChg chg="add del mod ord">
          <ac:chgData name="raghunandhan meegada" userId="c86cfa18d5a7dc8b" providerId="LiveId" clId="{B23A228E-B513-4640-A223-341EE08EAF18}" dt="2025-04-30T07:50:53.537" v="67" actId="21"/>
          <ac:spMkLst>
            <pc:docMk/>
            <pc:sldMk cId="3387360028" sldId="267"/>
            <ac:spMk id="7" creationId="{68EEC69E-197C-B83F-776D-9ACC19E5ADC4}"/>
          </ac:spMkLst>
        </pc:spChg>
        <pc:picChg chg="add mod">
          <ac:chgData name="raghunandhan meegada" userId="c86cfa18d5a7dc8b" providerId="LiveId" clId="{B23A228E-B513-4640-A223-341EE08EAF18}" dt="2025-04-30T07:50:58.486" v="68" actId="14100"/>
          <ac:picMkLst>
            <pc:docMk/>
            <pc:sldMk cId="3387360028" sldId="267"/>
            <ac:picMk id="4" creationId="{B2F59F3B-13F3-364A-46A5-67545059A724}"/>
          </ac:picMkLst>
        </pc:picChg>
      </pc:sldChg>
      <pc:sldChg chg="addSp delSp modSp mod modClrScheme chgLayout">
        <pc:chgData name="raghunandhan meegada" userId="c86cfa18d5a7dc8b" providerId="LiveId" clId="{B23A228E-B513-4640-A223-341EE08EAF18}" dt="2025-04-30T10:24:39.893" v="317" actId="14100"/>
        <pc:sldMkLst>
          <pc:docMk/>
          <pc:sldMk cId="319003915" sldId="269"/>
        </pc:sldMkLst>
        <pc:spChg chg="add del mod ord">
          <ac:chgData name="raghunandhan meegada" userId="c86cfa18d5a7dc8b" providerId="LiveId" clId="{B23A228E-B513-4640-A223-341EE08EAF18}" dt="2025-04-30T09:31:29.717" v="87"/>
          <ac:spMkLst>
            <pc:docMk/>
            <pc:sldMk cId="319003915" sldId="269"/>
            <ac:spMk id="2" creationId="{E132FC35-F24E-698B-1F22-EA1F60C8891A}"/>
          </ac:spMkLst>
        </pc:spChg>
        <pc:spChg chg="add mod ord">
          <ac:chgData name="raghunandhan meegada" userId="c86cfa18d5a7dc8b" providerId="LiveId" clId="{B23A228E-B513-4640-A223-341EE08EAF18}" dt="2025-04-30T09:36:39.880" v="109" actId="14100"/>
          <ac:spMkLst>
            <pc:docMk/>
            <pc:sldMk cId="319003915" sldId="269"/>
            <ac:spMk id="3" creationId="{0168D008-A5C9-5516-FF09-743CCC7AB4D3}"/>
          </ac:spMkLst>
        </pc:spChg>
        <pc:spChg chg="add mod">
          <ac:chgData name="raghunandhan meegada" userId="c86cfa18d5a7dc8b" providerId="LiveId" clId="{B23A228E-B513-4640-A223-341EE08EAF18}" dt="2025-04-30T10:24:33.661" v="316" actId="20577"/>
          <ac:spMkLst>
            <pc:docMk/>
            <pc:sldMk cId="319003915" sldId="269"/>
            <ac:spMk id="4" creationId="{C17A1378-21F7-CDDB-35A7-9BDC457F4709}"/>
          </ac:spMkLst>
        </pc:spChg>
        <pc:spChg chg="del mod ord">
          <ac:chgData name="raghunandhan meegada" userId="c86cfa18d5a7dc8b" providerId="LiveId" clId="{B23A228E-B513-4640-A223-341EE08EAF18}" dt="2025-04-30T09:31:27.706" v="86" actId="700"/>
          <ac:spMkLst>
            <pc:docMk/>
            <pc:sldMk cId="319003915" sldId="269"/>
            <ac:spMk id="5" creationId="{8FE8F4F8-A384-F9B9-07C5-54A8149B1B81}"/>
          </ac:spMkLst>
        </pc:spChg>
        <pc:spChg chg="add del mod">
          <ac:chgData name="raghunandhan meegada" userId="c86cfa18d5a7dc8b" providerId="LiveId" clId="{B23A228E-B513-4640-A223-341EE08EAF18}" dt="2025-04-30T09:36:32.699" v="107"/>
          <ac:spMkLst>
            <pc:docMk/>
            <pc:sldMk cId="319003915" sldId="269"/>
            <ac:spMk id="8" creationId="{44B9014D-D033-2083-8435-41B32EA3A4E6}"/>
          </ac:spMkLst>
        </pc:spChg>
        <pc:picChg chg="add mod">
          <ac:chgData name="raghunandhan meegada" userId="c86cfa18d5a7dc8b" providerId="LiveId" clId="{B23A228E-B513-4640-A223-341EE08EAF18}" dt="2025-04-30T10:24:39.893" v="317" actId="14100"/>
          <ac:picMkLst>
            <pc:docMk/>
            <pc:sldMk cId="319003915" sldId="269"/>
            <ac:picMk id="7" creationId="{A8875E4A-675D-E6CB-350D-9262FD45DF23}"/>
          </ac:picMkLst>
        </pc:picChg>
      </pc:sldChg>
      <pc:sldChg chg="addSp modSp mod">
        <pc:chgData name="raghunandhan meegada" userId="c86cfa18d5a7dc8b" providerId="LiveId" clId="{B23A228E-B513-4640-A223-341EE08EAF18}" dt="2025-04-30T09:59:21.872" v="181" actId="13926"/>
        <pc:sldMkLst>
          <pc:docMk/>
          <pc:sldMk cId="2619881850" sldId="270"/>
        </pc:sldMkLst>
        <pc:spChg chg="mod">
          <ac:chgData name="raghunandhan meegada" userId="c86cfa18d5a7dc8b" providerId="LiveId" clId="{B23A228E-B513-4640-A223-341EE08EAF18}" dt="2025-04-30T09:39:26.581" v="128" actId="14100"/>
          <ac:spMkLst>
            <pc:docMk/>
            <pc:sldMk cId="2619881850" sldId="270"/>
            <ac:spMk id="3" creationId="{562A52BC-7034-B39F-0162-4656769A6FFD}"/>
          </ac:spMkLst>
        </pc:spChg>
        <pc:spChg chg="mod">
          <ac:chgData name="raghunandhan meegada" userId="c86cfa18d5a7dc8b" providerId="LiveId" clId="{B23A228E-B513-4640-A223-341EE08EAF18}" dt="2025-04-30T09:59:21.872" v="181" actId="13926"/>
          <ac:spMkLst>
            <pc:docMk/>
            <pc:sldMk cId="2619881850" sldId="270"/>
            <ac:spMk id="4" creationId="{4F3F61C7-E7F0-1063-C33B-F1EC3B9C0792}"/>
          </ac:spMkLst>
        </pc:spChg>
        <pc:picChg chg="add mod">
          <ac:chgData name="raghunandhan meegada" userId="c86cfa18d5a7dc8b" providerId="LiveId" clId="{B23A228E-B513-4640-A223-341EE08EAF18}" dt="2025-04-30T09:48:51.623" v="136" actId="14100"/>
          <ac:picMkLst>
            <pc:docMk/>
            <pc:sldMk cId="2619881850" sldId="270"/>
            <ac:picMk id="5" creationId="{D4B1C5C1-0816-7D46-83FE-9DD6FAC199DA}"/>
          </ac:picMkLst>
        </pc:picChg>
      </pc:sldChg>
      <pc:sldChg chg="addSp modSp new mod ord modClrScheme chgLayout">
        <pc:chgData name="raghunandhan meegada" userId="c86cfa18d5a7dc8b" providerId="LiveId" clId="{B23A228E-B513-4640-A223-341EE08EAF18}" dt="2025-04-30T09:56:15.583" v="145" actId="12"/>
        <pc:sldMkLst>
          <pc:docMk/>
          <pc:sldMk cId="815320023" sldId="271"/>
        </pc:sldMkLst>
        <pc:spChg chg="add mod">
          <ac:chgData name="raghunandhan meegada" userId="c86cfa18d5a7dc8b" providerId="LiveId" clId="{B23A228E-B513-4640-A223-341EE08EAF18}" dt="2025-04-30T07:44:22.500" v="19" actId="255"/>
          <ac:spMkLst>
            <pc:docMk/>
            <pc:sldMk cId="815320023" sldId="271"/>
            <ac:spMk id="2" creationId="{71A00736-2878-375B-7B1D-CACEF5577210}"/>
          </ac:spMkLst>
        </pc:spChg>
        <pc:spChg chg="add mod">
          <ac:chgData name="raghunandhan meegada" userId="c86cfa18d5a7dc8b" providerId="LiveId" clId="{B23A228E-B513-4640-A223-341EE08EAF18}" dt="2025-04-30T09:56:15.583" v="145" actId="12"/>
          <ac:spMkLst>
            <pc:docMk/>
            <pc:sldMk cId="815320023" sldId="271"/>
            <ac:spMk id="3" creationId="{686E98C5-B551-AEF8-B5ED-DE8E63638B7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://localhost:8889/notebooks/Eda_%20project_1%20.ipynb#This-includes-analyzing-the-nutritional-values-of-various-foods,-uncovering-patterns-and-relationships-between-different-nutrients,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38914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EA4B2DC5-8C09-3C83-1DD1-7B23C9A0B5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200" b="1" dirty="0">
                <a:highlight>
                  <a:srgbClr val="FFFF00"/>
                </a:highlight>
              </a:rPr>
              <a:t>EDA</a:t>
            </a:r>
          </a:p>
          <a:p>
            <a:r>
              <a:rPr lang="en-US" sz="3200" b="1" dirty="0"/>
              <a:t>Nutritional Insight through Data Exploration and Its Impact on Disease Risk &amp; Analysis</a:t>
            </a:r>
            <a:endParaRPr lang="en-IN" sz="32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A22F71-83AE-E709-EBF9-861EE592CA87}"/>
              </a:ext>
            </a:extLst>
          </p:cNvPr>
          <p:cNvSpPr txBox="1"/>
          <p:nvPr/>
        </p:nvSpPr>
        <p:spPr>
          <a:xfrm>
            <a:off x="245806" y="265471"/>
            <a:ext cx="11867536" cy="269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l">
              <a:buFont typeface="+mj-lt"/>
              <a:buAutoNum type="romanUcPeriod"/>
            </a:pPr>
            <a:r>
              <a:rPr lang="en-US" sz="2800" spc="-105" dirty="0">
                <a:latin typeface="Arial Black"/>
                <a:cs typeface="Arial Black"/>
              </a:rPr>
              <a:t>Problem </a:t>
            </a:r>
            <a:r>
              <a:rPr lang="en-US" sz="2800" spc="-120" dirty="0" err="1">
                <a:latin typeface="Arial Black"/>
                <a:cs typeface="Arial Black"/>
              </a:rPr>
              <a:t>Statement:</a:t>
            </a:r>
            <a:r>
              <a:rPr lang="en-US" sz="2400" b="1" i="0" dirty="0" err="1">
                <a:solidFill>
                  <a:srgbClr val="000000"/>
                </a:solidFill>
                <a:effectLst/>
                <a:latin typeface="Helvetica Neue"/>
              </a:rPr>
              <a:t>This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Helvetica Neue"/>
              </a:rPr>
              <a:t> includes analyzing the nutritional values of various foods, uncovering patterns and relationships between different nutrients,</a:t>
            </a:r>
            <a:r>
              <a:rPr lang="en-US" sz="2400" b="1" i="0" u="none" strike="noStrike" dirty="0">
                <a:solidFill>
                  <a:srgbClr val="296EAA"/>
                </a:solidFill>
                <a:effectLst/>
                <a:latin typeface="Helvetica Neue"/>
                <a:hlinkClick r:id="rId2"/>
              </a:rPr>
              <a:t>¶</a:t>
            </a:r>
            <a:endParaRPr lang="en-US" sz="2400" b="1" i="0" dirty="0">
              <a:solidFill>
                <a:srgbClr val="000000"/>
              </a:solidFill>
              <a:effectLst/>
              <a:latin typeface="Helvetica Neue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Helvetica Neue"/>
              </a:rPr>
              <a:t>The goal of this project is to perform an in-depth Exploratory Data Analysis (EDA) on a comprehensive nutrition dataset.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Helvetica Neue"/>
              </a:rPr>
              <a:t>and extracting insights that can guide healthy food choices</a:t>
            </a:r>
          </a:p>
          <a:p>
            <a:pPr marL="12700" marR="106680">
              <a:lnSpc>
                <a:spcPct val="100000"/>
              </a:lnSpc>
              <a:spcBef>
                <a:spcPts val="100"/>
              </a:spcBef>
            </a:pPr>
            <a:endParaRPr lang="en-US" sz="2000" dirty="0">
              <a:latin typeface="Arial MT"/>
              <a:cs typeface="Arial M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3E161C-5F32-2B18-F2B2-C3F646CA2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7379" y="2690648"/>
            <a:ext cx="7262649" cy="3720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1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00736-2878-375B-7B1D-CACEF55772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800" b="1" i="0" dirty="0">
                <a:solidFill>
                  <a:srgbClr val="000000"/>
                </a:solidFill>
                <a:effectLst/>
                <a:latin typeface="Helvetica Neue"/>
              </a:rPr>
              <a:t>AIM OF THE PROJECT</a:t>
            </a:r>
            <a:br>
              <a:rPr lang="en-US" sz="1300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6E98C5-B551-AEF8-B5ED-DE8E63638B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0428" y="2469931"/>
            <a:ext cx="9217572" cy="2787869"/>
          </a:xfrm>
        </p:spPr>
        <p:txBody>
          <a:bodyPr>
            <a:noAutofit/>
          </a:bodyPr>
          <a:lstStyle/>
          <a:p>
            <a:pPr marL="508000" indent="-457200" algn="l">
              <a:buFont typeface="Wingdings" panose="05000000000000000000" pitchFamily="2" charset="2"/>
              <a:buChar char="q"/>
            </a:pPr>
            <a: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  <a:t>This project can simulate real-world applications such as:</a:t>
            </a:r>
          </a:p>
          <a:p>
            <a:pPr marL="508000" indent="-457200" algn="l">
              <a:buFont typeface="Wingdings" panose="05000000000000000000" pitchFamily="2" charset="2"/>
              <a:buChar char="Ø"/>
            </a:pPr>
            <a: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  <a:t>Fitness &amp; diet planning</a:t>
            </a:r>
          </a:p>
          <a:p>
            <a:pPr marL="508000" indent="-457200" algn="l">
              <a:buFont typeface="Wingdings" panose="05000000000000000000" pitchFamily="2" charset="2"/>
              <a:buChar char="Ø"/>
            </a:pPr>
            <a: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  <a:t>Diabetic and heart-health diet customization</a:t>
            </a:r>
          </a:p>
          <a:p>
            <a:pPr marL="508000" indent="-457200" algn="l">
              <a:buFont typeface="Wingdings" panose="05000000000000000000" pitchFamily="2" charset="2"/>
              <a:buChar char="Ø"/>
            </a:pPr>
            <a: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  <a:t>Micronutrient deficiency alert systems</a:t>
            </a:r>
          </a:p>
          <a:p>
            <a:pPr marL="508000" indent="-457200" algn="l">
              <a:buFont typeface="Wingdings" panose="05000000000000000000" pitchFamily="2" charset="2"/>
              <a:buChar char="Ø"/>
            </a:pPr>
            <a: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  <a:t>Balanced school/canteen meal planning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5320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590CD35E-5F6F-00B6-A50C-329B830F4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72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                     Dataset  Analysis:</a:t>
            </a:r>
            <a:endParaRPr lang="en-IN" b="1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1DD7166-F45E-3DAC-159C-E3B91B0E67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199" y="1212784"/>
            <a:ext cx="10885371" cy="51194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Macronutrients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calories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protein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total_fat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fat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saturated_fat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saturated_fatty_acids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monounsaturated_fatty_acids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polyunsaturated_fatty_acids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fatty_acids_total_trans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carbohydrate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fiber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sugars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fructose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galactose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glucose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lactose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maltose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sucrose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Micronutrients – Vitamins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vitamin_a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vitamin_a_rae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carotene_alpha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carotene_beta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cryptoxanthin_beta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lutein_zeaxanthin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lucopene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vitamin_b12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vitamin_b6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niacin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folate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folic_acid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pantothenic_acid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riboflavin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thiamin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vitamin_c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vitamin_d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vitamin_e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tocopherol_alpha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vitamin_k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Micronutrients – Minerals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calcium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copper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irom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magnesium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manganese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phosphorous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potassium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selenium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zink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sodium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choline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Amino Acids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alanine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arginine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aspartic_acid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cystine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glutamic_acid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glycine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histidine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hydroxyproline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isoleucine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leucine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lysine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methionine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phenylalanine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proline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serine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threonine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tryptophan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tyrosine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valine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Other Components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cholesterol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alcohol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ash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water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caffeine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theobromine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546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F016911-CB30-D05A-8A9C-680E2D4E1E1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18696" y="365125"/>
            <a:ext cx="9696904" cy="1325563"/>
          </a:xfrm>
        </p:spPr>
        <p:txBody>
          <a:bodyPr/>
          <a:lstStyle/>
          <a:p>
            <a:r>
              <a:rPr lang="en-IN" b="1" dirty="0"/>
              <a:t>       MISSING VALUES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261E5E0-87B4-A82B-F067-FA2C84600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696" y="1996966"/>
            <a:ext cx="10279402" cy="218615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208A0A0-B38D-CF63-FC53-1600ADEAC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218" y="4489396"/>
            <a:ext cx="10513952" cy="118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710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CC6C7C-2E5E-64A5-6E2B-012C001F2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20522"/>
            <a:ext cx="10386848" cy="4351338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A11CECA-6815-E65C-2468-E6AE51A76A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759" y="1690688"/>
            <a:ext cx="10597054" cy="4351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638E24D5-EABB-669F-F649-CCAD40816E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277367"/>
            <a:ext cx="11092543" cy="13234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HISTOGRAM </a:t>
            </a:r>
            <a:r>
              <a:rPr lang="en-US" altLang="en-US" sz="3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PLOT</a:t>
            </a:r>
            <a:b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Mean: 11.35, Median: 8.02, Std: 10.53 Skewed Right: A small number of foods are very high in protein </a:t>
            </a:r>
            <a:b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Recommendation: - Aim for protein-rich foods (&gt;10g) for muscle and repair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629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AF35726-3BEE-FC19-32B5-0C519A828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807" y="515008"/>
            <a:ext cx="10615448" cy="571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452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F59F3B-13F3-364A-46A5-67545059A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9030" y="560224"/>
            <a:ext cx="6308153" cy="5420161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08B997BF-9B7D-FE8C-8855-9EDE0156D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5931" y="457200"/>
            <a:ext cx="3826094" cy="1014248"/>
          </a:xfrm>
        </p:spPr>
        <p:txBody>
          <a:bodyPr>
            <a:normAutofit/>
          </a:bodyPr>
          <a:lstStyle/>
          <a:p>
            <a:r>
              <a:rPr lang="en-IN" b="1" dirty="0"/>
              <a:t>Violin plot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73C47FC-E574-8FD5-FC2E-9719A00B9F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violin plot</a:t>
            </a:r>
            <a:r>
              <a:rPr lang="en-US" dirty="0"/>
              <a:t> is a powerful data visualization tool that combines the features of a </a:t>
            </a:r>
            <a:r>
              <a:rPr lang="en-US" b="1" dirty="0"/>
              <a:t>box plot</a:t>
            </a:r>
            <a:r>
              <a:rPr lang="en-US" dirty="0"/>
              <a:t> and a </a:t>
            </a:r>
            <a:r>
              <a:rPr lang="en-US" b="1" dirty="0"/>
              <a:t>kernel density plot (KDE)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A </a:t>
            </a:r>
            <a:r>
              <a:rPr lang="en-US" b="1" dirty="0"/>
              <a:t>violin plot</a:t>
            </a:r>
            <a:r>
              <a:rPr lang="en-US" dirty="0"/>
              <a:t> shows: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distribution</a:t>
            </a:r>
            <a:r>
              <a:rPr lang="en-US" dirty="0"/>
              <a:t> of a continuous variable.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probability density</a:t>
            </a:r>
            <a:r>
              <a:rPr lang="en-US" dirty="0"/>
              <a:t> of the data at different values.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Summary statistics</a:t>
            </a:r>
            <a:r>
              <a:rPr lang="en-US" dirty="0"/>
              <a:t> like median, interquartile range (like a box plot).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mirror image of a KDE plot</a:t>
            </a:r>
            <a:r>
              <a:rPr lang="en-US" dirty="0"/>
              <a:t> around the center.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7360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7">
            <a:extLst>
              <a:ext uri="{FF2B5EF4-FFF2-40B4-BE49-F238E27FC236}">
                <a16:creationId xmlns:a16="http://schemas.microsoft.com/office/drawing/2014/main" id="{710412E3-F914-C593-0793-54EA84FCD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014" y="1988056"/>
            <a:ext cx="14945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68D008-A5C9-5516-FF09-743CCC7AB4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0467" y="1540848"/>
            <a:ext cx="10583333" cy="4636115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17A1378-21F7-CDDB-35A7-9BDC457F47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31132" y="-44201"/>
            <a:ext cx="9824936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3200" b="1" dirty="0"/>
              <a:t>KDE plot:  Kernel Density Estimate</a:t>
            </a:r>
            <a:br>
              <a:rPr lang="en-US" sz="1800" dirty="0"/>
            </a:br>
            <a:r>
              <a:rPr lang="en-US" sz="1800" dirty="0"/>
              <a:t>is a smooth curve that estimates the </a:t>
            </a:r>
            <a:r>
              <a:rPr lang="en-US" sz="1800" b="1" dirty="0"/>
              <a:t>probability distribution</a:t>
            </a:r>
            <a:r>
              <a:rPr lang="en-US" sz="1800" dirty="0"/>
              <a:t> of a continuous variable. It’s an alternative to histograms but smoother and more precise.</a:t>
            </a:r>
            <a:br>
              <a:rPr lang="en-US" sz="1800" dirty="0"/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875E4A-675D-E6CB-350D-9262FD45D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648570"/>
            <a:ext cx="9364133" cy="430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03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F3F61C7-E7F0-1063-C33B-F1EC3B9C0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526" y="99654"/>
            <a:ext cx="9811170" cy="930249"/>
          </a:xfrm>
        </p:spPr>
        <p:txBody>
          <a:bodyPr>
            <a:no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A box plot </a:t>
            </a:r>
            <a:r>
              <a:rPr lang="en-US" sz="2400" b="1" dirty="0"/>
              <a:t>is a graphical representation of the distribution of a numerical dataset that highlights its central value, spread, and outliers. It's one of the most effective tools for univariate analysis in EDA.</a:t>
            </a:r>
            <a:endParaRPr lang="en-IN" sz="2400" b="1" u="sn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2A52BC-7034-B39F-0162-4656769A6F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14914"/>
            <a:ext cx="10515600" cy="4762049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B1C5C1-0816-7D46-83FE-9DD6FAC19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778" y="1414914"/>
            <a:ext cx="9942897" cy="448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881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526</TotalTime>
  <Words>516</Words>
  <Application>Microsoft Office PowerPoint</Application>
  <PresentationFormat>Widescreen</PresentationFormat>
  <Paragraphs>31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Libre Baskerville</vt:lpstr>
      <vt:lpstr>Courier New</vt:lpstr>
      <vt:lpstr>Helvetica Neue</vt:lpstr>
      <vt:lpstr>Arial</vt:lpstr>
      <vt:lpstr>Wingdings</vt:lpstr>
      <vt:lpstr>Arial Unicode MS</vt:lpstr>
      <vt:lpstr>Arial Black</vt:lpstr>
      <vt:lpstr>Calibri</vt:lpstr>
      <vt:lpstr>Arial MT</vt:lpstr>
      <vt:lpstr>Office Theme</vt:lpstr>
      <vt:lpstr>PowerPoint Presentation</vt:lpstr>
      <vt:lpstr>PowerPoint Presentation</vt:lpstr>
      <vt:lpstr>AIM OF THE PROJECT  </vt:lpstr>
      <vt:lpstr>                     Dataset  Analysis:</vt:lpstr>
      <vt:lpstr>       MISSING VALUES</vt:lpstr>
      <vt:lpstr>            HISTOGRAM PLOT Mean: 11.35, Median: 8.02, Std: 10.53 Skewed Right: A small number of foods are very high in protein  Recommendation: - Aim for protein-rich foods (&gt;10g) for muscle and repair </vt:lpstr>
      <vt:lpstr>PowerPoint Presentation</vt:lpstr>
      <vt:lpstr>Violin plot</vt:lpstr>
      <vt:lpstr>KDE plot:  Kernel Density Estimate is a smooth curve that estimates the probability distribution of a continuous variable. It’s an alternative to histograms but smoother and more precise.  </vt:lpstr>
      <vt:lpstr>A box plot is a graphical representation of the distribution of a numerical dataset that highlights its central value, spread, and outliers. It's one of the most effective tools for univariate analysis in EDA.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raghunandhan meegada</cp:lastModifiedBy>
  <cp:revision>6</cp:revision>
  <dcterms:created xsi:type="dcterms:W3CDTF">2021-02-16T05:19:01Z</dcterms:created>
  <dcterms:modified xsi:type="dcterms:W3CDTF">2025-04-30T10:26:48Z</dcterms:modified>
</cp:coreProperties>
</file>